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9971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IBM BOB AI INNOVATION HACKATHON 2026  •  AI TRACK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Threat Intelligence Correlation &amp;</a:t>
            </a:r>
            <a:br/>
            <a:r>
              <a:t>Alert Prioritisation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971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CBD5E1"/>
                </a:solidFill>
              </a:defRPr>
            </a:pPr>
            <a:r>
              <a:t>Autonomous SOC Platform for Telemetry Deduplication (&gt;73% Noise Drop), RandomForest Scoring (AUC 0.9998), Abuse.ch &amp; STIX 2.1 Enrichment, and Grounded IBM Bob AI Decision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886200"/>
            <a:ext cx="999713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SUBMITTED BY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TEAM ASTRO HACKERS</a:t>
            </a:r>
          </a:p>
          <a:p>
            <a:pPr>
              <a:defRPr sz="1900" b="1">
                <a:solidFill>
                  <a:srgbClr val="38BDF8"/>
                </a:solidFill>
              </a:defRPr>
            </a:pPr>
            <a:r>
              <a:t>Team Lead: Kunj Desai  |  Track: 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CORE STACK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Python 3.10+  |  Streamlit 5-Tab Command UI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scikit-learn  |  RandomForest Classifier (120 trees)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Abuse.ch URLhaus Live Feed  |  MITRE STIX 2.1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IBM Bob AI  |  Grounded Copilot Inference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Problem — SOC Telemetry &amp; Alert Fatigue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51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F8FAFC"/>
                </a:solidFill>
              </a:defRPr>
            </a:pPr>
            <a:r>
              <a:t>SOC analysts face severe telemetry overflow: 244k+ raw daily SIEM alerts overwhelm analysts, burying genuine attack campaigns under 83.5% repetitive noise and causing severe decision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43F5E"/>
                </a:solidFill>
              </a:defRPr>
            </a:pPr>
            <a:r>
              <a:t>❌  244k+ Raw Daily Alerts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Single network segment produces 244,471 raw flow events per day across Zeek &amp; CIC-IDS2018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97316"/>
                </a:solidFill>
              </a:defRPr>
            </a:pPr>
            <a:r>
              <a:t>❌  83.5% Telemetry Noise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Over 204,117 raw flows are duplicate 5-tuples or synthetic repetitions, causing extreme alert fatigue.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18CF8"/>
                </a:solidFill>
              </a:defRPr>
            </a:pPr>
            <a:r>
              <a:t>❌  Unmapped Tactics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Raw SIEM alerts lack automated cross-correlation with formal adversary frameworks like MITRE ATT&amp;CK.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8056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❌  High MTTR &amp; Briefing Gap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Commanders lack concise, evidence-backed BLUF briefs to issue immediate, decisive containment orders.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SYSTEM OVERVIEW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Solution — End-to-End Threat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Telemetry Ingest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244k Raw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Dedup Engine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83.5% Noise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3. ML Threat Model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RandomForest (0-1)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4. Intel Enrichment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URLhaus + STIX 2.1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5. Campaign Correlate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5-Min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6. BLUF Briefing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Priority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6916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18CF8"/>
                </a:solidFill>
              </a:defRPr>
            </a:pPr>
            <a:r>
              <a:t>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298448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7. Command UI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Streamlit + Bob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88920"/>
            <a:ext cx="52422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898648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⚡ Telemetry Deduplication  •  83.5% Noise Reduction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204,117 duplicate raw flows dropped before ML analysis (244k -&gt; 40k clean flows).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88920"/>
            <a:ext cx="52422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98648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C55E"/>
                </a:solidFill>
              </a:defRPr>
            </a:pPr>
            <a:r>
              <a:t>🤖 RandomForest  •  AUC-ROC = 0.9998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Predicts threat confidence (0–1) with 100% recall (0 missed threats on 8,071 test events).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52422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818CF8"/>
                </a:solidFill>
              </a:defRPr>
            </a:pPr>
            <a:r>
              <a:t>🌐 Dual Threat Intel Enrichment  •  Abuse.ch &amp; STIX 2.1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O(1) Abuse.ch URLhaus malicious IP checks + 8 MITRE ATT&amp;CK technique enrichments.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5242255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73168"/>
            <a:ext cx="487649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7316"/>
                </a:solidFill>
              </a:defRPr>
            </a:pPr>
            <a:r>
              <a:t>🛡️ Defence BLUF &amp; IBM Bob AI  •  Priority Score Formula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Auto-generates 4-section briefs (Priority = Conf × Crit × Sev) supported by grounded IBM Bob Q&amp;A.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Architecture — Technical Pipeline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8580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COMPONENT PIPELINE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6492240" cy="84124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37943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• Data Loader &amp; Dedup Engine  (pandas / NumPy)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   Module: src/engine/data_loader.py  |  244k Telemetry Ingest &amp; 5-Tuple Dedup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79191"/>
            <a:ext cx="6492240" cy="84124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34056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• ML Threat Classifier  (scikit-learn)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   Module: src/engine/classifier.py  |  12-Feature RandomForest Threat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75304"/>
            <a:ext cx="6492240" cy="84124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• Threat Intelligence Feeds  (requests / JSON)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   Module: src/threat_intel/  |  Abuse.ch URLhaus &amp; MITRE STIX 2.1 Parser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71416"/>
            <a:ext cx="6492240" cy="84124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26279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• Correlation Engine  (Python stdlib)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   Module: src/engine/correlation.py  |  Source-IP + 5-Min Rolling Window Clustering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67528"/>
            <a:ext cx="6492240" cy="84124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422392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8FAFC"/>
                </a:solidFill>
              </a:defRPr>
            </a:pPr>
            <a:r>
              <a:t>• BLUF Briefs &amp; Command UI  (Streamlit / Bob API)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   Module: src/bluf_generator.py &amp; app.py  |  Priority Score Formula &amp; 5-Tab Command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234440"/>
            <a:ext cx="3687775" cy="5029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325880"/>
            <a:ext cx="3504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818CF8"/>
                </a:solidFill>
              </a:defRPr>
            </a:pPr>
            <a:r>
              <a:t>7-STAGE DATA FLOW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1. Ingestion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244,471 Zeek + CIC events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2. Deduplication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83.5% noise drop -&gt; 40k flows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3. ML Scoring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RandomForest confidence (0-1)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4. Threat Intel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URLhaus IOC + STIX 2.1 check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5. Correlation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5-min window incident cluster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6. BLUF Briefs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Priority Score executive brief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• 7. Command UI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 Streamlit 5-Tab + IBM Bob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APPLICATION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Demo / Key Feature — SOC Command Centre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9494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command-cen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766560" cy="38061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234440"/>
            <a:ext cx="35963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25880"/>
            <a:ext cx="34134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C55E"/>
                </a:solidFill>
              </a:defRPr>
            </a:pPr>
            <a:r>
              <a:t>OPERATIONAL WORKFLOW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1. Detect Campaign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Surfaces incidents by Priority Score.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2. View ML Confidence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RandomForest threat confidence score.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3. Enrich Indicators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URLhaus IOC check + MITRE STIX 2.1.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4. Correlate Activity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5-min rolling window clustering.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5. Auto-Generate BLUF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Structured 4-section executive brief.</a:t>
            </a:r>
          </a:p>
          <a:p>
            <a:pPr>
              <a:defRPr sz="1700" b="1">
                <a:solidFill>
                  <a:srgbClr val="38BDF8"/>
                </a:solidFill>
              </a:defRPr>
            </a:pPr>
            <a:r>
              <a:t>• 6. IBM Bob Guidance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Grounded AI Q&amp;A and mitigation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IBM TECHNOLOGY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IBM Technologies — IBM Bob AI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10972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18CF8"/>
                </a:solidFill>
              </a:defRPr>
            </a:pPr>
            <a:r>
              <a:t>GROUNDED AI FLOW:  Incident Facts (IPs, MITRE IDs, IOCs)  ➔  bob_prompts.py  ➔  IBM Bob AI API  ➔  Grounded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🤖 Grounded AI Architecture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Prompts inject real pipeline telemetry (IPs, MITRE IDs, IOC tags, ML confidence) via `bob_prompts.py` to prevent hallucination.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2C55E"/>
                </a:solidFill>
              </a:defRPr>
            </a:pPr>
            <a:r>
              <a:t>💬 Interactive SOC Decision Support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Provides on-demand plain-language incident explanations, dynamic BLUF brief generation, custom mitigation plans, and free Q&amp;A.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818CF8"/>
                </a:solidFill>
              </a:defRPr>
            </a:pPr>
            <a:r>
              <a:t>🔌 Inference API Implementation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Uses custom `BobClient` class (`src/engine/bob_client.py`) calling IBM Bob OpenAI-compatible endpoint (`POST /v1/chat/completions`).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34840"/>
            <a:ext cx="52422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97316"/>
                </a:solidFill>
              </a:defRPr>
            </a:pPr>
            <a:r>
              <a:t>🛡️ Graceful Offline Fallback</a:t>
            </a:r>
          </a:p>
          <a:p>
            <a:pPr>
              <a:defRPr sz="1850">
                <a:solidFill>
                  <a:srgbClr val="F8FAFC"/>
                </a:solidFill>
              </a:defRPr>
            </a:pPr>
            <a:r>
              <a:t>Platform operates 100% offline without an API key — all template BLUF briefs, ML scoring, and MITRE lookups remain functional.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Results / Impact — Empirical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ACCURACY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99.78%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32,283 Train / 8,071 Test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344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289304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97316"/>
                </a:solidFill>
              </a:defRPr>
            </a:pPr>
            <a:r>
              <a:t>PRECISION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99.58%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18 False Positives out of 3,847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2344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3" y="1289304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RECALL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100.00%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ZERO missed threats (0 FN)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2344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1289304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18CF8"/>
                </a:solidFill>
              </a:defRPr>
            </a:pPr>
            <a:r>
              <a:t>ROC-AUC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0.9998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Near-perfect discrimination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88920"/>
            <a:ext cx="521208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5292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2C55E"/>
                </a:solidFill>
              </a:defRPr>
            </a:pPr>
            <a:r>
              <a:t>CONFUSION MATRIX (8,071 TEST EVENTS)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3291840"/>
          <a:ext cx="4846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5181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Pred: Benign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Pred: Threat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Actual: Benign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3,829 (TN)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97316"/>
                          </a:solidFill>
                        </a:defRPr>
                      </a:pPr>
                      <a:r>
                        <a:t>18 (FP)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Actual: Threat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C55E"/>
                          </a:solidFill>
                        </a:defRPr>
                      </a:pPr>
                      <a:r>
                        <a:t>0 (FN)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8FAFC"/>
                          </a:solidFill>
                        </a:defRPr>
                      </a:pPr>
                      <a:r>
                        <a:t>4,224 (TP)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" y="49834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>
                <a:solidFill>
                  <a:srgbClr val="F8FAFC"/>
                </a:solidFill>
              </a:defRPr>
            </a:pPr>
            <a:r>
              <a:t>⚡ Telemetry Noise Drop: 204,117 duplicate rows removed from 244,471 raw events (83.5% noise reduction) down to 40,354 clean 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88920"/>
            <a:ext cx="5333695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852928"/>
            <a:ext cx="49679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</a:defRPr>
            </a:pPr>
            <a:r>
              <a:t>KEY FEATURE IMPORTANCE BREAKDOWN</a:t>
            </a:r>
          </a:p>
          <a:p>
            <a:pPr>
              <a:defRPr sz="1750" b="1">
                <a:solidFill>
                  <a:srgbClr val="818CF8"/>
                </a:solidFill>
              </a:defRPr>
            </a:pPr>
            <a:r>
              <a:t>• 1. dst_port (32.2%)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Attacks target specific ports (4848, 22, 80, 445).</a:t>
            </a:r>
          </a:p>
          <a:p>
            <a:pPr>
              <a:defRPr sz="1750" b="1">
                <a:solidFill>
                  <a:srgbClr val="818CF8"/>
                </a:solidFill>
              </a:defRPr>
            </a:pPr>
            <a:r>
              <a:t>• 2. protocol_enc (15.5%)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Protocol encoding differences (TCP/UDP/ICMP).</a:t>
            </a:r>
          </a:p>
          <a:p>
            <a:pPr>
              <a:defRPr sz="1750" b="1">
                <a:solidFill>
                  <a:srgbClr val="818CF8"/>
                </a:solidFill>
              </a:defRPr>
            </a:pPr>
            <a:r>
              <a:t>• 3. total_packets (13.6%)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Volumetric packet rates capture DDoS bursts.</a:t>
            </a:r>
          </a:p>
          <a:p>
            <a:pPr>
              <a:defRPr sz="1750" b="1">
                <a:solidFill>
                  <a:srgbClr val="818CF8"/>
                </a:solidFill>
              </a:defRPr>
            </a:pPr>
            <a:r>
              <a:t>• 4. packets_fwd (12.9%)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Forward packet rates distinguish scanning.</a:t>
            </a:r>
          </a:p>
          <a:p>
            <a:pPr>
              <a:defRPr sz="1750" b="1">
                <a:solidFill>
                  <a:srgbClr val="818CF8"/>
                </a:solidFill>
              </a:defRPr>
            </a:pPr>
            <a:r>
              <a:t>• 5. total_bytes (6.6%)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Payload size &amp; exfiltration anomalies.</a:t>
            </a:r>
          </a:p>
          <a:p>
            <a:pPr>
              <a:defRPr sz="1750" b="1">
                <a:solidFill>
                  <a:srgbClr val="22C55E"/>
                </a:solidFill>
              </a:defRPr>
            </a:pPr>
            <a:r>
              <a:t>• ✅ Zero Data Leakage</a:t>
            </a:r>
          </a:p>
          <a:p>
            <a:pPr>
              <a:defRPr sz="1550">
                <a:solidFill>
                  <a:srgbClr val="F8FAFC"/>
                </a:solidFill>
              </a:defRPr>
            </a:pPr>
            <a:r>
              <a:t>   Verified in outputs/ml_validation_report.md.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Arial"/>
              </a:defRPr>
            </a:pPr>
            <a:r>
              <a:t>TEAM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Team — Astro Hackers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685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IBM BOB AI INNOVATION HACKATHON 2026  •  TEAM ASTRO HACKERS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242255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KUNJ DESAI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TEAM LEAD  •  24cs015@charusat.edu.in</a:t>
            </a:r>
          </a:p>
          <a:p>
            <a:pPr>
              <a:defRPr sz="1650">
                <a:solidFill>
                  <a:srgbClr val="F8FAFC"/>
                </a:solidFill>
              </a:defRPr>
            </a:pPr>
            <a:r>
              <a:t>Lead Architect &amp; AI Pipeline Integrator — System architecture, dataset correlation engine, IBM Bob AI integration, and submission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42255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KRISH ARDESHANA</a:t>
            </a:r>
          </a:p>
          <a:p>
            <a:pPr>
              <a:defRPr sz="1800" b="1">
                <a:solidFill>
                  <a:srgbClr val="22C55E"/>
                </a:solidFill>
              </a:defRPr>
            </a:pPr>
            <a:r>
              <a:t>TEAM MEMBER  •  24cs007@charusat.edu.in</a:t>
            </a:r>
          </a:p>
          <a:p>
            <a:pPr>
              <a:defRPr sz="1650">
                <a:solidFill>
                  <a:srgbClr val="F8FAFC"/>
                </a:solidFill>
              </a:defRPr>
            </a:pPr>
            <a:r>
              <a:t>Machine Learning &amp; Intel Lead — RandomForest classifier training, ML validation audit, Abuse.ch URLhaus &amp; MITRE STIX 2.1 threat enrichment.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5242255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DEEP CHAUHAN</a:t>
            </a:r>
          </a:p>
          <a:p>
            <a:pPr>
              <a:defRPr sz="1800" b="1">
                <a:solidFill>
                  <a:srgbClr val="818CF8"/>
                </a:solidFill>
              </a:defRPr>
            </a:pPr>
            <a:r>
              <a:t>TEAM MEMBER  •  24cs012@charusat.edu.in</a:t>
            </a:r>
          </a:p>
          <a:p>
            <a:pPr>
              <a:defRPr sz="1650">
                <a:solidFill>
                  <a:srgbClr val="F8FAFC"/>
                </a:solidFill>
              </a:defRPr>
            </a:pPr>
            <a:r>
              <a:t>Frontend &amp; UI Developer — Streamlit Command Centre 5-tab dashboard, Plotly interactive charts, alert explorer, and UX styling.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51960"/>
            <a:ext cx="5242255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4876495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NISARG DEDAKIYA</a:t>
            </a:r>
          </a:p>
          <a:p>
            <a:pPr>
              <a:defRPr sz="1800" b="1">
                <a:solidFill>
                  <a:srgbClr val="F97316"/>
                </a:solidFill>
              </a:defRPr>
            </a:pPr>
            <a:r>
              <a:t>TEAM MEMBER  •  24cs014@charusat.edu.in</a:t>
            </a:r>
          </a:p>
          <a:p>
            <a:pPr>
              <a:defRPr sz="1650">
                <a:solidFill>
                  <a:srgbClr val="F8FAFC"/>
                </a:solidFill>
              </a:defRPr>
            </a:pPr>
            <a:r>
              <a:t>Data Processing &amp; Engine Engineer — Master events ingestion, 5-tuple deduplication engine, feature matrix derivation, and BLUF generator.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